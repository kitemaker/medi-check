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1"/>
    <p:restoredTop sz="94672"/>
  </p:normalViewPr>
  <p:slideViewPr>
    <p:cSldViewPr snapToGrid="0">
      <p:cViewPr varScale="1">
        <p:scale>
          <a:sx n="91" d="100"/>
          <a:sy n="91" d="100"/>
        </p:scale>
        <p:origin x="20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A0FB1-971C-844E-6EDC-6E770F80E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410B2F-EB9F-8AB0-7C93-D2A48CBAC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7D210-8A8B-7BBB-8250-B29458233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5FFB-39B8-3246-A896-DFE3109768F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84B13-A2C2-2EE4-9096-570DFA21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0032D-4438-07B4-6CF8-EE4AC799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B183-E2D7-C64A-87B1-0BEE54788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FB88-CC84-B9BD-94AC-FFDBD6804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4D027-F891-F5C4-C8A6-53AD02BC9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BB270-1B69-9387-CD2B-2B9CC977E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5FFB-39B8-3246-A896-DFE3109768F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CD74E-BD89-013A-C820-0FCB6A1BA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1D7D7-4FDB-EFF9-3870-FA446CF8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B183-E2D7-C64A-87B1-0BEE54788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98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CEAB-9F42-66B0-39DC-35F6724E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43BB4-A29D-01D3-2E24-8C5174D30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BA921-8E89-8C33-F18F-6DB28F6B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5FFB-39B8-3246-A896-DFE3109768F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24BA7-DD75-3A6C-061B-7CF6F9872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A0C51-1955-63F0-0159-0FF706467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B183-E2D7-C64A-87B1-0BEE54788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72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12E1B-7196-7ADD-4E16-1EC3EEE12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CD1EB-BA05-8FAF-D372-B8E53AF07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272EB-1D73-E688-74EA-E3474E841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34383-1987-4B0B-6709-584E25CB1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5FFB-39B8-3246-A896-DFE3109768F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071BB-8399-AEDB-67D6-DCA99F43C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3DF6-323D-095B-015B-446A5F89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B183-E2D7-C64A-87B1-0BEE54788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0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421C9-00AE-167F-8289-E185EA4B4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D9F3D-67BF-B19F-8868-22D2F253F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FAB931-1A8D-15EA-92EA-2186E7FA6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B0CA4F-116A-061D-2656-7EBCFA5DD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B527B-0420-0916-EA91-06510B7538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0CAD29-9CC3-108F-C187-7372D4BF1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5FFB-39B8-3246-A896-DFE3109768F4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09C46-1130-D07D-FF92-16DE8ADC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8F101-7C8F-9349-2D9F-C7C48885C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B183-E2D7-C64A-87B1-0BEE54788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24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985A6-5DD0-ADF1-8101-FC9398DD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F52353-42CF-0D89-E121-4488C9439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5FFB-39B8-3246-A896-DFE3109768F4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D9CC5-C888-1308-C4AE-8CDB4B7CF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CFA64-43AD-C3C6-02B9-589AD5C2D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B183-E2D7-C64A-87B1-0BEE54788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1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FB9617-ABCC-01D6-D5C7-CD4886A4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5FFB-39B8-3246-A896-DFE3109768F4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E000D9-F81A-1AA2-653B-FFE6987D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FAD3A-863F-7DD3-006F-6D05ABBF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B183-E2D7-C64A-87B1-0BEE54788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199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64D2-D628-EB3C-A9D0-9BF7A5CFC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51E90-4B39-390E-E0C8-A7174EFBE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77B89-F37E-16A1-B8DD-26EE0471E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F59D8-767D-2B30-6FA8-909978CE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5FFB-39B8-3246-A896-DFE3109768F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8709C-949D-2B0E-8080-61AAEA43E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0D27A-E0E9-617E-94CB-0DE5CFF6A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B183-E2D7-C64A-87B1-0BEE54788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67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405B9-457D-8698-B24D-0C96486DB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CE651A-A083-A76D-8F70-A1166AF20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01080-90A0-AB72-ECC2-B865C3F02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8CBCD-C154-989D-883A-17F9D6B4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5FFB-39B8-3246-A896-DFE3109768F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62A06-888C-A60D-9A64-243C48A86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0869C-1C26-B2EE-4712-D0670F40E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B183-E2D7-C64A-87B1-0BEE54788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32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071A8-A200-BC90-4D7C-A125CEC7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975B28-2E98-F2EF-F035-0C2967DA1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8B3E0-F2E1-77EA-DFCF-40D03A136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5FFB-39B8-3246-A896-DFE3109768F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A10A1-D3F0-6F12-A676-C4BEA3EBE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D5BBE-6D0F-EABD-5EA1-AEA047355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B183-E2D7-C64A-87B1-0BEE54788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1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7F672-7073-9050-614A-DA9573DB4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3508F-7B7C-4FD4-DA66-169504A7E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45C56-5B4C-33F5-B91A-852B6CCE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5FFB-39B8-3246-A896-DFE3109768F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76910-BD0A-8968-66B1-DED455D9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70EE4-BEAB-0D10-392F-05CE6698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B183-E2D7-C64A-87B1-0BEE54788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7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E7921B-5564-9B4D-E837-EC131D5FA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FED6D-1676-58D8-6A01-9A093A861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8D334-987F-808C-61C6-FA2B427AF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565FFB-39B8-3246-A896-DFE3109768F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BB6B0-5691-D278-E729-3DF1D2687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6485F-AD6A-8646-F741-7687B3403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3AB183-E2D7-C64A-87B1-0BEE54788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0ECB21-B3DD-0565-E59F-3A495C96C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70" y="212060"/>
            <a:ext cx="11438010" cy="643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76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2F6DA1-E3E8-233C-D8F6-551BE4219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4926" b="70362"/>
          <a:stretch>
            <a:fillRect/>
          </a:stretch>
        </p:blipFill>
        <p:spPr>
          <a:xfrm>
            <a:off x="183031" y="337624"/>
            <a:ext cx="11729330" cy="9706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F7A05D-3117-D8BE-D699-708360A2D799}"/>
              </a:ext>
            </a:extLst>
          </p:cNvPr>
          <p:cNvSpPr txBox="1"/>
          <p:nvPr/>
        </p:nvSpPr>
        <p:spPr>
          <a:xfrm>
            <a:off x="784274" y="1694274"/>
            <a:ext cx="6098344" cy="31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575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C948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Fragmented systems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F7EEFB-6386-17CD-470F-FBF9A70B98F9}"/>
              </a:ext>
            </a:extLst>
          </p:cNvPr>
          <p:cNvSpPr txBox="1"/>
          <p:nvPr/>
        </p:nvSpPr>
        <p:spPr>
          <a:xfrm>
            <a:off x="784274" y="2163342"/>
            <a:ext cx="10849708" cy="507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IN" sz="20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EHR, insurance, pharmacy, and scheduling live in separate portals — all with separate logins and zero coordination.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408F86-0983-9A0D-42C8-95832AD70783}"/>
              </a:ext>
            </a:extLst>
          </p:cNvPr>
          <p:cNvSpPr txBox="1"/>
          <p:nvPr/>
        </p:nvSpPr>
        <p:spPr>
          <a:xfrm>
            <a:off x="784274" y="3434660"/>
            <a:ext cx="10849708" cy="712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IN" sz="20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Average patient spends 2+ hours a year on hold verifying coverage and booking appointments — before any care happens</a:t>
            </a:r>
          </a:p>
          <a:p>
            <a:pPr>
              <a:lnSpc>
                <a:spcPts val="1575"/>
              </a:lnSpc>
              <a:buNone/>
            </a:pPr>
            <a:endParaRPr lang="en-IN" sz="2000" b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FBC146-BD88-AA08-342E-2160A1E56CFF}"/>
              </a:ext>
            </a:extLst>
          </p:cNvPr>
          <p:cNvSpPr txBox="1"/>
          <p:nvPr/>
        </p:nvSpPr>
        <p:spPr>
          <a:xfrm>
            <a:off x="784274" y="4864602"/>
            <a:ext cx="10666828" cy="507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IN" sz="20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Existing AI tools ask for passwords directly — storing credentials in prompts, databases, or environment variables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6D4B04-0874-6A87-396C-E7B52C70C9C8}"/>
              </a:ext>
            </a:extLst>
          </p:cNvPr>
          <p:cNvSpPr txBox="1"/>
          <p:nvPr/>
        </p:nvSpPr>
        <p:spPr>
          <a:xfrm>
            <a:off x="784274" y="3010254"/>
            <a:ext cx="6098344" cy="316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lnSpc>
                <a:spcPts val="1575"/>
              </a:lnSpc>
              <a:buFont typeface="Arial" panose="020B0604020202020204" pitchFamily="34" charset="0"/>
              <a:buChar char="•"/>
              <a:defRPr sz="2400" b="1">
                <a:solidFill>
                  <a:srgbClr val="0C948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Time-consuming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42EBB8-9367-CFB9-6CE3-85E6BE4893E9}"/>
              </a:ext>
            </a:extLst>
          </p:cNvPr>
          <p:cNvSpPr txBox="1"/>
          <p:nvPr/>
        </p:nvSpPr>
        <p:spPr>
          <a:xfrm>
            <a:off x="805962" y="4422493"/>
            <a:ext cx="6098344" cy="3162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lnSpc>
                <a:spcPts val="1575"/>
              </a:lnSpc>
              <a:buFont typeface="Arial" panose="020B0604020202020204" pitchFamily="34" charset="0"/>
              <a:buChar char="•"/>
              <a:defRPr sz="2400" b="1">
                <a:solidFill>
                  <a:srgbClr val="0C948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Credential risks</a:t>
            </a:r>
          </a:p>
        </p:txBody>
      </p:sp>
    </p:spTree>
    <p:extLst>
      <p:ext uri="{BB962C8B-B14F-4D97-AF65-F5344CB8AC3E}">
        <p14:creationId xmlns:p14="http://schemas.microsoft.com/office/powerpoint/2010/main" val="677589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9FC709-9175-E940-80B0-CCE775F17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2" y="319405"/>
            <a:ext cx="8013739" cy="5687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68E748-839B-719E-FCC8-0AF74DA57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879" y="1989574"/>
            <a:ext cx="4166121" cy="4017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6B55CE-1134-E7F2-86FE-596A035F4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106" y="851095"/>
            <a:ext cx="3199371" cy="82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786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1545-4D91-A211-D740-6EF1EF5B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C9488"/>
                </a:solidFill>
              </a:rPr>
              <a:t>Secure Auth0 Token Vault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04D47-4C0F-A1BA-3056-B3003EDEB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Per-Service Tokens</a:t>
            </a:r>
          </a:p>
          <a:p>
            <a:r>
              <a:rPr lang="en-IN" b="1" dirty="0"/>
              <a:t>Runtime Fetch Only</a:t>
            </a:r>
          </a:p>
          <a:p>
            <a:r>
              <a:rPr lang="en-IN" b="1" dirty="0"/>
              <a:t>Instant Revocation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6578F3-5998-C763-58DE-CB3630280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109" y="3854548"/>
            <a:ext cx="10987877" cy="16881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EB2FDA-8614-1B51-6177-4A3509D1F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2615" y="613869"/>
            <a:ext cx="3199371" cy="8280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37469A-1968-6E7A-EEAD-B75AD1AA2E6E}"/>
              </a:ext>
            </a:extLst>
          </p:cNvPr>
          <p:cNvSpPr txBox="1"/>
          <p:nvPr/>
        </p:nvSpPr>
        <p:spPr>
          <a:xfrm>
            <a:off x="4218500" y="5915353"/>
            <a:ext cx="66856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800" b="1" i="0" dirty="0">
                <a:solidFill>
                  <a:srgbClr val="0D9488"/>
                </a:solidFill>
                <a:effectLst/>
                <a:latin typeface="Inter"/>
              </a:rPr>
              <a:t>No credentials stored in the app</a:t>
            </a:r>
            <a:endParaRPr lang="en-IN" sz="2800" b="1" i="0" dirty="0">
              <a:solidFill>
                <a:srgbClr val="0F172A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40875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81</Words>
  <Application>Microsoft Macintosh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Secure Auth0 Token Vault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Saleem Javed</dc:creator>
  <cp:lastModifiedBy>Saleem Javed</cp:lastModifiedBy>
  <cp:revision>2</cp:revision>
  <dcterms:created xsi:type="dcterms:W3CDTF">2026-04-06T09:01:49Z</dcterms:created>
  <dcterms:modified xsi:type="dcterms:W3CDTF">2026-04-06T09:16:51Z</dcterms:modified>
</cp:coreProperties>
</file>